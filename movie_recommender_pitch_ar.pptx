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3535" y="1965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سوايب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550615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الفيلم في أقل من دقيقة.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36615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معاذ عبدالعليم  ·  فكرة منتج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8775" y="2011680"/>
            <a:ext cx="2286000" cy="3291840"/>
          </a:xfrm>
          <a:prstGeom prst="roundRect">
            <a:avLst>
              <a:gd name="adj" fmla="val 5600"/>
            </a:avLst>
          </a:prstGeom>
          <a:solidFill>
            <a:srgbClr val="2A2E3A"/>
          </a:solidFill>
          <a:ln/>
        </p:spPr>
      </p:sp>
      <p:sp>
        <p:nvSpPr>
          <p:cNvPr id="6" name="Shape 4"/>
          <p:cNvSpPr/>
          <p:nvPr/>
        </p:nvSpPr>
        <p:spPr>
          <a:xfrm>
            <a:off x="414223" y="1856232"/>
            <a:ext cx="2286000" cy="3291840"/>
          </a:xfrm>
          <a:prstGeom prst="roundRect">
            <a:avLst>
              <a:gd name="adj" fmla="val 5600"/>
            </a:avLst>
          </a:prstGeom>
          <a:solidFill>
            <a:srgbClr val="23262F"/>
          </a:solidFill>
          <a:ln/>
        </p:spPr>
      </p:sp>
      <p:sp>
        <p:nvSpPr>
          <p:cNvPr id="7" name="Shape 5"/>
          <p:cNvSpPr/>
          <p:nvPr/>
        </p:nvSpPr>
        <p:spPr>
          <a:xfrm>
            <a:off x="578815" y="1691640"/>
            <a:ext cx="2286000" cy="3291840"/>
          </a:xfrm>
          <a:prstGeom prst="roundRect">
            <a:avLst>
              <a:gd name="adj" fmla="val 5600"/>
            </a:avLst>
          </a:prstGeom>
          <a:solidFill>
            <a:srgbClr val="1C1F29"/>
          </a:solidFill>
          <a:ln w="19050">
            <a:solidFill>
              <a:srgbClr val="F5C8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3407" y="1856232"/>
            <a:ext cx="1956816" cy="2331720"/>
          </a:xfrm>
          <a:prstGeom prst="roundRect">
            <a:avLst>
              <a:gd name="adj" fmla="val 3738"/>
            </a:avLst>
          </a:prstGeom>
          <a:solidFill>
            <a:srgbClr val="343948"/>
          </a:solidFill>
          <a:ln/>
        </p:spPr>
      </p:sp>
      <p:sp>
        <p:nvSpPr>
          <p:cNvPr id="9" name="Text 7"/>
          <p:cNvSpPr/>
          <p:nvPr/>
        </p:nvSpPr>
        <p:spPr>
          <a:xfrm>
            <a:off x="743407" y="432511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منتصف الليل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3407" y="4617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335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681935" y="9144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عايز تتفرج على حاجة.</a:t>
            </a:r>
            <a:endParaRPr lang="en-US" sz="32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 بتفضل تسكرول.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85455" y="2834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C1F29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+١٠ دقايق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9775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الوقت اللي بيضيع وانت بتقرر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82135" y="2834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C1F29"/>
          </a:solidFill>
          <a:ln/>
        </p:spPr>
      </p:sp>
      <p:sp>
        <p:nvSpPr>
          <p:cNvPr id="8" name="Text 6"/>
          <p:cNvSpPr/>
          <p:nvPr/>
        </p:nvSpPr>
        <p:spPr>
          <a:xfrm>
            <a:off x="4556455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C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56455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حقيقية بذوقك عند التطبيقات الحالية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8815" y="28346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C1F29"/>
          </a:solidFill>
          <a:ln/>
        </p:spPr>
      </p:sp>
      <p:sp>
        <p:nvSpPr>
          <p:cNvPr id="11" name="Text 9"/>
          <p:cNvSpPr/>
          <p:nvPr/>
        </p:nvSpPr>
        <p:spPr>
          <a:xfrm>
            <a:off x="853135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محاولة واحدة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3135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ما معظم الناس تستسلم وترجع تسكرول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4575" y="5349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مش في التوصيات الوحشة، المشكلة إنها بطيئة، في اللحظة اللي معندكش فيها صبر خالص.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3535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بيحصل كده كل مرة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493215" y="914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المشاهدة مش متصممة تساعدك تقرر بسرعة.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01775" y="2148840"/>
            <a:ext cx="9966960" cy="1051560"/>
          </a:xfrm>
          <a:prstGeom prst="roundRect">
            <a:avLst>
              <a:gd name="adj" fmla="val 8696"/>
            </a:avLst>
          </a:prstGeom>
          <a:solidFill>
            <a:srgbClr val="1C1F29"/>
          </a:solidFill>
          <a:ln/>
        </p:spPr>
      </p:sp>
      <p:sp>
        <p:nvSpPr>
          <p:cNvPr id="5" name="Shape 3"/>
          <p:cNvSpPr/>
          <p:nvPr/>
        </p:nvSpPr>
        <p:spPr>
          <a:xfrm>
            <a:off x="10865815" y="2578608"/>
            <a:ext cx="182880" cy="182880"/>
          </a:xfrm>
          <a:prstGeom prst="ellipse">
            <a:avLst/>
          </a:prstGeom>
          <a:solidFill>
            <a:srgbClr val="E37B7B"/>
          </a:solidFill>
          <a:ln/>
        </p:spPr>
      </p:sp>
      <p:sp>
        <p:nvSpPr>
          <p:cNvPr id="6" name="Text 4"/>
          <p:cNvSpPr/>
          <p:nvPr/>
        </p:nvSpPr>
        <p:spPr>
          <a:xfrm>
            <a:off x="7482535" y="21488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نتفليكس / برايم / إلخ.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4655" y="21488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متصممة عشان تفضل متفاعل، عايزاك تسكرول مش تقرر.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1775" y="3520440"/>
            <a:ext cx="9966960" cy="1051560"/>
          </a:xfrm>
          <a:prstGeom prst="roundRect">
            <a:avLst>
              <a:gd name="adj" fmla="val 8696"/>
            </a:avLst>
          </a:prstGeom>
          <a:solidFill>
            <a:srgbClr val="1C1F29"/>
          </a:solidFill>
          <a:ln/>
        </p:spPr>
      </p:sp>
      <p:sp>
        <p:nvSpPr>
          <p:cNvPr id="9" name="Shape 7"/>
          <p:cNvSpPr/>
          <p:nvPr/>
        </p:nvSpPr>
        <p:spPr>
          <a:xfrm>
            <a:off x="10865815" y="3950208"/>
            <a:ext cx="182880" cy="182880"/>
          </a:xfrm>
          <a:prstGeom prst="ellipse">
            <a:avLst/>
          </a:prstGeom>
          <a:solidFill>
            <a:srgbClr val="6CD4F5"/>
          </a:solidFill>
          <a:ln/>
        </p:spPr>
      </p:sp>
      <p:sp>
        <p:nvSpPr>
          <p:cNvPr id="10" name="Text 8"/>
          <p:cNvSpPr/>
          <p:nvPr/>
        </p:nvSpPr>
        <p:spPr>
          <a:xfrm>
            <a:off x="7482535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مساعدين الذكاء الاصطناعي العامين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4655" y="35204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معندهمش ذاكرة لذوقك. اقتراحات عامة، وبعد أول محاولة بتستسلم.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01775" y="4892040"/>
            <a:ext cx="9966960" cy="1051560"/>
          </a:xfrm>
          <a:prstGeom prst="roundRect">
            <a:avLst>
              <a:gd name="adj" fmla="val 8696"/>
            </a:avLst>
          </a:prstGeom>
          <a:solidFill>
            <a:srgbClr val="1C1F2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65815" y="5321808"/>
            <a:ext cx="182880" cy="182880"/>
          </a:xfrm>
          <a:prstGeom prst="ellipse">
            <a:avLst/>
          </a:prstGeom>
          <a:solidFill>
            <a:srgbClr val="F5C86C"/>
          </a:solidFill>
          <a:ln/>
        </p:spPr>
      </p:sp>
      <p:sp>
        <p:nvSpPr>
          <p:cNvPr id="14" name="Text 12"/>
          <p:cNvSpPr/>
          <p:nvPr/>
        </p:nvSpPr>
        <p:spPr>
          <a:xfrm>
            <a:off x="7482535" y="48920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ليتربوكسد / IMDb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4655" y="48920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ممتازين للتقييم والاستكشاف، مش لقرار في ٦٠ ثانية.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335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767535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يساعدك تقرر بسرعة.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24735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محرك توصيات أذكى. محرك قرار أسرع.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85455" y="23317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C1F29"/>
          </a:solidFill>
          <a:ln/>
        </p:spPr>
      </p:sp>
      <p:sp>
        <p:nvSpPr>
          <p:cNvPr id="6" name="Text 4"/>
          <p:cNvSpPr/>
          <p:nvPr/>
        </p:nvSpPr>
        <p:spPr>
          <a:xfrm>
            <a:off x="9265615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E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637215" y="3246120"/>
            <a:ext cx="457200" cy="457200"/>
          </a:xfrm>
          <a:prstGeom prst="ellipse">
            <a:avLst/>
          </a:prstGeom>
          <a:solidFill>
            <a:srgbClr val="7ED9A8"/>
          </a:solidFill>
          <a:ln/>
        </p:spPr>
      </p:sp>
      <p:sp>
        <p:nvSpPr>
          <p:cNvPr id="8" name="Text 6"/>
          <p:cNvSpPr/>
          <p:nvPr/>
        </p:nvSpPr>
        <p:spPr>
          <a:xfrm>
            <a:off x="8259775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 مرة واحدة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59775" y="4389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بروفايل ذوقك بيتبني بهدوء من الأفلام اللي شفتها قبل كده.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2135" y="23317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C1F29"/>
          </a:solidFill>
          <a:ln/>
        </p:spPr>
      </p:sp>
      <p:sp>
        <p:nvSpPr>
          <p:cNvPr id="11" name="Text 9"/>
          <p:cNvSpPr/>
          <p:nvPr/>
        </p:nvSpPr>
        <p:spPr>
          <a:xfrm>
            <a:off x="5562295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C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33895" y="3246120"/>
            <a:ext cx="457200" cy="457200"/>
          </a:xfrm>
          <a:prstGeom prst="ellipse">
            <a:avLst/>
          </a:prstGeom>
          <a:solidFill>
            <a:srgbClr val="6CD4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56455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دوسّ ٢-٤ مرات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6455" y="4389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بسيطة وسريعة زي مدة الفيلم والطاقة، بتقلل الاختيارات بسرعة.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8815" y="23317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C1F29"/>
          </a:solidFill>
          <a:ln/>
        </p:spPr>
      </p:sp>
      <p:sp>
        <p:nvSpPr>
          <p:cNvPr id="16" name="Text 14"/>
          <p:cNvSpPr/>
          <p:nvPr/>
        </p:nvSpPr>
        <p:spPr>
          <a:xfrm>
            <a:off x="1858975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30575" y="3246120"/>
            <a:ext cx="457200" cy="457200"/>
          </a:xfrm>
          <a:prstGeom prst="ellipse">
            <a:avLst/>
          </a:prstGeom>
          <a:solidFill>
            <a:srgbClr val="F5C86C"/>
          </a:solidFill>
          <a:ln/>
        </p:spPr>
      </p:sp>
      <p:sp>
        <p:nvSpPr>
          <p:cNvPr id="18" name="Text 16"/>
          <p:cNvSpPr/>
          <p:nvPr/>
        </p:nvSpPr>
        <p:spPr>
          <a:xfrm>
            <a:off x="853135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اسحب علشان تقرر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3135" y="4389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بوستر، اسم، تقييم بس. رد فعل سريع. سحب لليمين يعني خلاص قررت.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335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 ده مألوف؟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493215" y="914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بتفتح تطبيق علشان “تختار حاجة بسرعة”</a:t>
            </a:r>
            <a:endParaRPr lang="en-US" sz="24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وبتلاقي نفسك قاعد ساعة.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39535" y="265176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C1F29"/>
          </a:solidFill>
          <a:ln/>
        </p:spPr>
      </p:sp>
      <p:sp>
        <p:nvSpPr>
          <p:cNvPr id="5" name="Shape 3"/>
          <p:cNvSpPr/>
          <p:nvPr/>
        </p:nvSpPr>
        <p:spPr>
          <a:xfrm>
            <a:off x="10911535" y="3154680"/>
            <a:ext cx="182880" cy="182880"/>
          </a:xfrm>
          <a:prstGeom prst="ellipse">
            <a:avLst/>
          </a:prstGeom>
          <a:solidFill>
            <a:srgbClr val="6CD4F5"/>
          </a:solidFill>
          <a:ln/>
        </p:spPr>
      </p:sp>
      <p:sp>
        <p:nvSpPr>
          <p:cNvPr id="6" name="Text 4"/>
          <p:cNvSpPr/>
          <p:nvPr/>
        </p:nvSpPr>
        <p:spPr>
          <a:xfrm>
            <a:off x="6522415" y="2651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تعبان أوي علشان تقرا وصف الفيلم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4575" y="265176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C1F29"/>
          </a:solidFill>
          <a:ln/>
        </p:spPr>
      </p:sp>
      <p:sp>
        <p:nvSpPr>
          <p:cNvPr id="8" name="Shape 6"/>
          <p:cNvSpPr/>
          <p:nvPr/>
        </p:nvSpPr>
        <p:spPr>
          <a:xfrm>
            <a:off x="5516575" y="3154680"/>
            <a:ext cx="182880" cy="182880"/>
          </a:xfrm>
          <a:prstGeom prst="ellipse">
            <a:avLst/>
          </a:prstGeom>
          <a:solidFill>
            <a:srgbClr val="F5C86C"/>
          </a:solidFill>
          <a:ln/>
        </p:spPr>
      </p:sp>
      <p:sp>
        <p:nvSpPr>
          <p:cNvPr id="9" name="Text 7"/>
          <p:cNvSpPr/>
          <p:nvPr/>
        </p:nvSpPr>
        <p:spPr>
          <a:xfrm>
            <a:off x="1127455" y="2651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بتعدي على كل حاجة شفتها قبل كده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9535" y="411480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C1F29"/>
          </a:solidFill>
          <a:ln/>
        </p:spPr>
      </p:sp>
      <p:sp>
        <p:nvSpPr>
          <p:cNvPr id="11" name="Shape 9"/>
          <p:cNvSpPr/>
          <p:nvPr/>
        </p:nvSpPr>
        <p:spPr>
          <a:xfrm>
            <a:off x="10911535" y="4617720"/>
            <a:ext cx="182880" cy="182880"/>
          </a:xfrm>
          <a:prstGeom prst="ellipse">
            <a:avLst/>
          </a:prstGeom>
          <a:solidFill>
            <a:srgbClr val="7ED9A8"/>
          </a:solidFill>
          <a:ln/>
        </p:spPr>
      </p:sp>
      <p:sp>
        <p:nvSpPr>
          <p:cNvPr id="12" name="Text 10"/>
          <p:cNvSpPr/>
          <p:nvPr/>
        </p:nvSpPr>
        <p:spPr>
          <a:xfrm>
            <a:off x="6522415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بتستسلم بعد محاولة أو اتنين وترجع لحاجة قديمة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44575" y="411480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1C1F2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16575" y="4617720"/>
            <a:ext cx="182880" cy="182880"/>
          </a:xfrm>
          <a:prstGeom prst="ellipse">
            <a:avLst/>
          </a:prstGeom>
          <a:solidFill>
            <a:srgbClr val="E37B7B"/>
          </a:solidFill>
          <a:ln/>
        </p:spPr>
      </p:sp>
      <p:sp>
        <p:nvSpPr>
          <p:cNvPr id="15" name="Text 13"/>
          <p:cNvSpPr/>
          <p:nvPr/>
        </p:nvSpPr>
        <p:spPr>
          <a:xfrm>
            <a:off x="1127455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عايز حد يديك القرار جاهز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335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التجربة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053535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دوسات. قرار واحد.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42655" y="2148840"/>
            <a:ext cx="2743200" cy="4206240"/>
          </a:xfrm>
          <a:prstGeom prst="roundRect">
            <a:avLst>
              <a:gd name="adj" fmla="val 7333"/>
            </a:avLst>
          </a:prstGeom>
          <a:solidFill>
            <a:srgbClr val="1C1F29"/>
          </a:solidFill>
          <a:ln w="19050">
            <a:solidFill>
              <a:srgbClr val="2E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71255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71255" y="2971800"/>
            <a:ext cx="2286000" cy="2834640"/>
          </a:xfrm>
          <a:prstGeom prst="roundRect">
            <a:avLst>
              <a:gd name="adj" fmla="val 4800"/>
            </a:avLst>
          </a:prstGeom>
          <a:solidFill>
            <a:srgbClr val="262A35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3886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مدة الفيلم قصيرة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مش فارقة؟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39335" y="2148840"/>
            <a:ext cx="2743200" cy="4206240"/>
          </a:xfrm>
          <a:prstGeom prst="roundRect">
            <a:avLst>
              <a:gd name="adj" fmla="val 7333"/>
            </a:avLst>
          </a:prstGeom>
          <a:solidFill>
            <a:srgbClr val="1C1F29"/>
          </a:solidFill>
          <a:ln w="19050">
            <a:solidFill>
              <a:srgbClr val="2E32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7935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7935" y="2971800"/>
            <a:ext cx="2286000" cy="2834640"/>
          </a:xfrm>
          <a:prstGeom prst="roundRect">
            <a:avLst>
              <a:gd name="adj" fmla="val 4800"/>
            </a:avLst>
          </a:prstGeom>
          <a:solidFill>
            <a:srgbClr val="262A35"/>
          </a:solidFill>
          <a:ln/>
        </p:spPr>
      </p:sp>
      <p:sp>
        <p:nvSpPr>
          <p:cNvPr id="11" name="Text 9"/>
          <p:cNvSpPr/>
          <p:nvPr/>
        </p:nvSpPr>
        <p:spPr>
          <a:xfrm>
            <a:off x="4967935" y="3886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تركيز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تفريغ دماغ؟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36015" y="2148840"/>
            <a:ext cx="2743200" cy="4206240"/>
          </a:xfrm>
          <a:prstGeom prst="roundRect">
            <a:avLst>
              <a:gd name="adj" fmla="val 7333"/>
            </a:avLst>
          </a:prstGeom>
          <a:solidFill>
            <a:srgbClr val="1C1F29"/>
          </a:solidFill>
          <a:ln w="19050">
            <a:solidFill>
              <a:srgbClr val="2E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4615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64615" y="2971800"/>
            <a:ext cx="2286000" cy="2834640"/>
          </a:xfrm>
          <a:prstGeom prst="roundRect">
            <a:avLst>
              <a:gd name="adj" fmla="val 4800"/>
            </a:avLst>
          </a:prstGeom>
          <a:solidFill>
            <a:srgbClr val="262A35"/>
          </a:solidFill>
          <a:ln/>
        </p:spPr>
      </p:sp>
      <p:sp>
        <p:nvSpPr>
          <p:cNvPr id="15" name="Text 13"/>
          <p:cNvSpPr/>
          <p:nvPr/>
        </p:nvSpPr>
        <p:spPr>
          <a:xfrm>
            <a:off x="1264615" y="3886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منتصف الليل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4.6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73975" y="3931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70655" y="3931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3535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امتى هتقدر تجربه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767535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 أسبوع وهتوصلك دعوة.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58407" y="2743200"/>
            <a:ext cx="4910328" cy="502920"/>
          </a:xfrm>
          <a:prstGeom prst="roundRect">
            <a:avLst>
              <a:gd name="adj" fmla="val 10909"/>
            </a:avLst>
          </a:prstGeom>
          <a:solidFill>
            <a:srgbClr val="6CD4F5"/>
          </a:solidFill>
          <a:ln/>
        </p:spPr>
      </p:sp>
      <p:sp>
        <p:nvSpPr>
          <p:cNvPr id="5" name="Text 3"/>
          <p:cNvSpPr/>
          <p:nvPr/>
        </p:nvSpPr>
        <p:spPr>
          <a:xfrm>
            <a:off x="6385255" y="3383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الأساس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85255" y="37947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الذوق + الفلاتر + شاشة السحب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97247" y="2743200"/>
            <a:ext cx="1588008" cy="502920"/>
          </a:xfrm>
          <a:prstGeom prst="roundRect">
            <a:avLst>
              <a:gd name="adj" fmla="val 10909"/>
            </a:avLst>
          </a:prstGeom>
          <a:solidFill>
            <a:srgbClr val="F5C86C"/>
          </a:solidFill>
          <a:ln/>
        </p:spPr>
      </p:sp>
      <p:sp>
        <p:nvSpPr>
          <p:cNvPr id="8" name="Text 6"/>
          <p:cNvSpPr/>
          <p:nvPr/>
        </p:nvSpPr>
        <p:spPr>
          <a:xfrm>
            <a:off x="4724095" y="3383280"/>
            <a:ext cx="1661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كل حاجة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24095" y="3794760"/>
            <a:ext cx="166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حسابات، دعوات، تشغيله فعليًا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74927" y="2743200"/>
            <a:ext cx="3249168" cy="502920"/>
          </a:xfrm>
          <a:prstGeom prst="roundRect">
            <a:avLst>
              <a:gd name="adj" fmla="val 10909"/>
            </a:avLst>
          </a:prstGeom>
          <a:solidFill>
            <a:srgbClr val="7ED9A8"/>
          </a:solidFill>
          <a:ln/>
        </p:spPr>
      </p:sp>
      <p:sp>
        <p:nvSpPr>
          <p:cNvPr id="11" name="Text 9"/>
          <p:cNvSpPr/>
          <p:nvPr/>
        </p:nvSpPr>
        <p:spPr>
          <a:xfrm>
            <a:off x="1401775" y="3383280"/>
            <a:ext cx="332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 وناس تانيين تجربوه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01775" y="3794760"/>
            <a:ext cx="332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حقيقي، إصلاحات حقيقية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01775" y="52578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 في أول دفعة دعوات. مفيش إطلاق أوسع قبل ما نجربه على ناس حقيقيين.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7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0335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8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مش خوارزمية أذكى.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24735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F5C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إنك توصل من “أتفرج على إيه” لإنك فعلاً بتتفرج بسرعة.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882335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A9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سوايب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2026-08-23T23:02:45Z</dcterms:created>
  <dcterms:modified xsi:type="dcterms:W3CDTF">2026-08-23T23:02:45Z</dcterms:modified>
</cp:coreProperties>
</file>